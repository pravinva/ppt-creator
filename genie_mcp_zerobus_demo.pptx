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B3139"/>
                </a:solidFill>
                <a:latin typeface="Arial"/>
              </a:defRPr>
            </a:pPr>
            <a:r>
              <a:t>ZeroBus Ingestion with Genie MCP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B3139"/>
                </a:solidFill>
                <a:latin typeface="Arial"/>
              </a:defRPr>
            </a:pPr>
            <a:r>
              <a:t>Solutions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  <a:latin typeface="Arial"/>
              </a:defRPr>
            </a:pPr>
            <a:r>
              <a:t>ZeroBus Ingestion with Genie MCP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Modern data ingestion and AI integration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Leveraging latest Databricks innovations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Scalable, production-ready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  <a:latin typeface="Arial"/>
              </a:defRPr>
            </a:pPr>
            <a:r>
              <a:t>ZeroBus: Real-Time Lakehouse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Zero-latency data ingestion framework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Seamless integration with Databricks Lakehouse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Auto-scaling and fault-tolerant architecture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Support for multiple data sources and formats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Built-in schema evolution and validation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  <a:latin typeface="Arial"/>
              </a:defRPr>
            </a:pPr>
            <a:r>
              <a:t>ZeroBus Medallion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Bronze: ZeroBus ingests raw data in real-time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Silver: Transformation and quality validation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Gold: Business-ready analytics tables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Delta Lake ensures ACID transactions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Unity Catalog for governance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  <a:latin typeface="Arial"/>
              </a:defRPr>
            </a:pPr>
            <a:r>
              <a:t>Genie MCP: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Simplifies AI agent integration with Databricks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Standard protocol for context sharing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Enables seamless agent-to-lakehouse connectivity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Built-in authentication and authorization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Supports multiple agent frameworks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  <a:latin typeface="Arial"/>
              </a:defRPr>
            </a:pPr>
            <a:r>
              <a:t>End-to-End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ZeroBus ingests data into Lakehouse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Data flows through medallion layers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Genie MCP exposes data to AI agents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Agents query and analyze with natural language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Real-time insights and automated actions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  <a:latin typeface="Arial"/>
              </a:defRPr>
            </a:pPr>
            <a:r>
              <a:t>Key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Reduced time-to-insight with real-time ingestion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Simplified AI integration via standard protocols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Enterprise-grade governance and security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Scalable architecture for any data volume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Lower TCO with unified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  <a:latin typeface="Arial"/>
              </a:defRPr>
            </a:pPr>
            <a:r>
              <a:t>Implementation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Configure data sources and connections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Set up ZeroBus ingestion pipelines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Deploy medallion architecture layers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Enable Genie MCP endpoints</a:t>
            </a:r>
          </a:p>
          <a:p>
            <a:pPr>
              <a:spcBef>
                <a:spcPts val="1200"/>
              </a:spcBef>
              <a:defRPr sz="2000">
                <a:solidFill>
                  <a:srgbClr val="1B3139"/>
                </a:solidFill>
                <a:latin typeface="Arial"/>
              </a:defRPr>
            </a:pPr>
            <a:r>
              <a:t>Test and validate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